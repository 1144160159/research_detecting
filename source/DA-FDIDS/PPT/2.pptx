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DIDS-MFL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检索NDCG</c:v>
                  </c:pt>
                  <c:pt idx="3">
                    <c:v>适配速度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</c:v>
                </c:pt>
                <c:pt idx="1">
                  <c:v>50</c:v>
                </c:pt>
                <c:pt idx="2">
                  <c:v>0.72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F-DIDS-MFL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检索NDCG</c:v>
                  </c:pt>
                  <c:pt idx="3">
                    <c:v>适配速度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</c:v>
                </c:pt>
                <c:pt idx="1">
                  <c:v>75</c:v>
                </c:pt>
                <c:pt idx="2">
                  <c:v>0.78</c:v>
                </c:pt>
                <c:pt idx="3">
                  <c:v>8.3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F-DIDS-MFL+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检索NDCG</c:v>
                  </c:pt>
                  <c:pt idx="3">
                    <c:v>适配速度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0.92</c:v>
                </c:pt>
                <c:pt idx="1">
                  <c:v>95</c:v>
                </c:pt>
                <c:pt idx="2">
                  <c:v>0.89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F-DIDS-MFL+ 最终改进版架构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表征注入 · LoRA 在线适配 · Cache 融合检索 · DAMTD 域自适应增强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 (TPAMI 2025)  →  F-DIDS-MFL  →  F-DIDS-MFL+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828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研究进展汇报  |  2026年5月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递进式改进路线：DIDS-MFL → F-DIDS-MFL → F-DIDS-MFL+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2606040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DIDS-MFL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TPAMI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31720" y="1143000"/>
            <a:ext cx="59436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143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66928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TGNMemory 时序图记忆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MGD 多图扩散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SelfExpr 自表达学习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 多因子少样本学习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5数据集 SOTA 性能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6324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9184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051560"/>
            <a:ext cx="26060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增强版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66360" y="1143000"/>
            <a:ext cx="59436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143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三大贡献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01568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TrafficEncoder (MFM/SimCLR)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01568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在线少样本适配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融合相似度检索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01568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 相似度学习保留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0156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跨域泛化能力初步提升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9788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1051560"/>
            <a:ext cx="26060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F-DIDS-MFL+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0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域自适应增强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01000" y="1143000"/>
            <a:ext cx="59436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1143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启发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36208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域对抗预训练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36208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分布对齐正则化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稳定性约束 LoRA (MMD+GRL)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36208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 RBF 核相似度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特征注意力加权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自适应缓存融合权重 α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核心模块详解 (一)：特征提取、域自适应与图表征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42416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TrafficEncoder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表征注入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MFM/SimCLR 预训练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Linear(in→hid→64)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归一化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域不变 msg 嵌入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042416"/>
            <a:ext cx="2606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GRL 域对抗训练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核心机制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6636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增强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8328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梯度反转层 ∂/∂x=−λ·∂L/∂x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域判别器 64→32→1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L_adv = BCE(domain)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编码器隐藏域信息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06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042416"/>
            <a:ext cx="2606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TGNMemory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时序图记忆模块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0100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LastNeighborLoader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IdentityMessage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LastAggregator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节点记忆状态 z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17520"/>
            <a:ext cx="2606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054096"/>
            <a:ext cx="26060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MGD 多图扩散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空间聚合模块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Module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多步迭代 (36+4)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LayerNorm+Residual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节点嵌入向量 z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01752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1840" y="3054096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SelfExpr + MFL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相似度学习模块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6636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38328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weight·input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 ADMM 优化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子空间聚类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增强相似度矩阵 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01752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3054096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MMD 分布对齐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核心机制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0100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增强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1792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MMD²(support, query)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 RBF 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σ∈{0.1,0.5,1,5,10}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显式最小化分布偏移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核心模块详解 (二)：在线适配、检索增强与训练目标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42416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稳定性约束 LoRA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核心机制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增强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LoRA_A(4×in)+LoRA_B(out×4)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步内循环, lr=1e-3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MMD(z_pre,z_post) 防漂移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判别器防遗忘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灵活适配 + 稳定保持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06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042416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多尺度 RBF 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检索增强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6636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8328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K(x,y)=Σᵢexp(−||x−y||²/2σᵢ²)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σ∈{0.1,0.5,1,5,10}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捕捉细粒度+粗粒度相似性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替代简单点积 → 更鲁棒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06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042416"/>
            <a:ext cx="26060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MHA 特征加权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检索增强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01000" y="111556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多头注意力 → 特征子空间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自适应维度重要性评分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上加权域不变特征维度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下加权域特异特征维度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1752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054096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自适应缓存融合 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检索增强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α=sigmoid(MMD·w+b)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域差异大→信任编码器相似度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域差异小→信任 MFL 相似度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Self-tuning per episode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017520"/>
            <a:ext cx="2606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1840" y="3054096"/>
            <a:ext cx="2606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Training-Free Cache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贡献3 核心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6636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38328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x2_sup, Value: label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Query→检索→相似度向量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写入延迟 &lt;1ms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对抗概念漂移即时响应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01752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3054096"/>
            <a:ext cx="2606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联合损失函数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训练目标汇总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01000" y="3127248"/>
            <a:ext cx="6400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0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1792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预训练: MSE + λ_adv·BCE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元训练: CE + Recon + λ_mmd·MMD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在线适配: CE + Stability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可选: SupCon + Orth正则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三大贡献点：递进关系与文献支撑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945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贡献1: Foundation 表征注入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贡献2: PEFT/LoRA 适配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贡献3: Cache 融合相似度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</a:rPr>
                        <a:t>RQ1: 跨域泛化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</a:rPr>
                        <a:t>RQ2: 在线稳定适配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RQ3: 即时响应/抗漂移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核心改动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TGNMemory前注入TrafficEncoder → 换Z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LoRA_A/B注入Encoder线性层,仅更新~5K参数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构建support key-value cache, S_final=α·S_MFL+(1-α)·S_cache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关键文献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netFound (CCS'24); 对比学习IDS文献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LoRA (Hu et al., ICLR'22); PEFT综述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Tip-Adapter (ECCV'22); 概念漂移IDS文献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可量化收益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跨域F1: 0.78 → 0.83 (+6.4%)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适配时间: 1.5s → 0.12s (12×)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上线延迟: 0.12s → &lt;1ms (100×)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训练成本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需无标注数据预训练(~5 epochs)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0额外离线训练(加在已有encoder上)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0训练(仅写入cache, training-free)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DAMTD增强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GRL域对抗 + MMD分布对齐 → 跨域F1再+3~5%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MMD+GRL稳定性约束 → 方差距降40%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多尺度RBF+MHA+自适应α → NDCG@5+11.5%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DAMTD 域自适应增强：从 F-DIDS-MFL 到 F-DIDS-MFL+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增强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+ MMD 双重域对齐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域对抗预训练: 编码器学习域不变特征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MMD(support,query): 显式分布对齐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69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双重机制互补: 对抗 + 统计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916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预期额外提升: +3~5% 跨域 F1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051560"/>
            <a:ext cx="265176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增强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稳定性约束 LoRA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MMD(z_pre, z_post): 防特征漂移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判别器: 对抗性防遗忘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569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L_adapt = L_task + Stability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916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预期: 方差距降40%, 适配更稳定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增强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多尺度检索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 RBF 核: 替代点积相似度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特征加权: 自适应维度选择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569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 α: f(MMD) 调控融合权重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916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预期: NDCG@5 提升 +11.5%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804672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 增强均以"插件"形式叠加到 F-DIDS-MFL 的三大贡献点上，保持原有架构不变，所有改动独立可消融验证。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参考文献: DANN (Ganin 2016), MMD (Gretton 2012), LoRA (Hu 2022), Tip-Adapter (Zhang 2022), netFound (CCS'24)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实验设计：数据集、消融协议与评估指标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4754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基准数据集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4389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0972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领域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规模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CIC-ToN-IoT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IoT 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97.9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CIC-BoT-IoT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僵尸网络 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238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DNN-EdgeIIoT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边缘计算 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27.6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NF-UNSW-NB15-v2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大学网络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31.2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NF-CSE-CIC-IDS2018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企业网络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204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005840"/>
            <a:ext cx="3017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消融变体 (递进式)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13716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DIDS-MFL (TPAMI'25 基线)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+Foundation Encoder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+Foundation+LoRA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F-DIDS-MFL (C1+C2+C3)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B4: B3+GRL 预训练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B5: B3+MMD 对齐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B6: B3+Stable-LoRA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B7: B3+RBF核+MHA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B8: F-DIDS-MFL+ (全部)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74320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76656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Time (s)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σ²(F1)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152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74320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5488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7665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Latency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656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检测/检索/效率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定量分析：基线对比与预期结果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基线方法对比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502920"/>
                <a:gridCol w="502920"/>
                <a:gridCol w="45720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Foundation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PEFT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Cache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跨域 F1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DIDS-MFL (TPAMI'25)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0.78±0.06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 Foundation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0.83±0.05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+ Foundation+LoRA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0.85±0.04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F-DIDS-MFL (全)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0.87±0.04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F-DIDS-MFL+GRL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0.90±0.03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F-DIDS-MFL+MMD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0.89±0.03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F-DIDS-MFL+StableLoRA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0.88±0.03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F-DIDS-MFL+ (Full)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0.92±0.02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005840"/>
            <a:ext cx="24688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预期效果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1554480"/>
          <a:ext cx="2103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定性分析：可视化与可解释性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Foundation 表征可视化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DIDS-MFL(原始msg) vs F-DIDS-MFL(Foundation编码) vs F-DIDS-MFL+(GRL+MMD) 的特征嵌入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颜色编码：域标签(蓝/橙) + 攻击类别(标记形状)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观察域混淆程度 → RQ1 效果的直接视觉证据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64008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适配轨迹可视化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 z_pre(适配前)→z_post(适配后) 在2D空间中的位移矢量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对比无约束LoRA vs 稳定性约束LoRA(MMD+GRL)的位移幅度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稳定性越好→位移越小且方向一致→RQ2效果证据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1752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相似度矩阵热力图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绘制 S_MFL vs S_cache vs S_final 的 n×n 热力图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检验块对角结构：正确分类表现为清晰的块对角模式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对比点积相似度 vs 多尺度RBF核的噪声水平 → RQ3效果证据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64008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概念漂移时间曲线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按时间切分测试集，绘制 F1 随时间变化曲线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DIDS-MFL(无Cache) vs F-DIDS-MFL(Cache融合) 的漂移段性能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Cache的training-free特性→漂移发生时性能下降更缓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关键参考文献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5156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51560"/>
            <a:ext cx="54864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06424"/>
            <a:ext cx="640080" cy="20116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463040" y="11247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Qiu et al. "Disentangled Dynamic Intrusion Detection." IEEE TPAMI, 2025.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73352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673352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28216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63040" y="17465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netFound. "Network Foundation Model." CCS, 2024.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295144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295144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50008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SSL-IDS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6304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Malicious Traffic Identification.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916936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916936"/>
            <a:ext cx="54864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71800"/>
            <a:ext cx="64008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63040" y="29900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"LoRA: Low-Rank Adaptation of LLMs." ICLR, 2022.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538728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538728"/>
            <a:ext cx="54864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593592"/>
            <a:ext cx="64008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463040" y="36118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et al. "Parameter-Efficient Fine-Tuning: A Survey." 2024.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16052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15384"/>
            <a:ext cx="64008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Tip-Adapter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63040" y="42336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"Tip-Adapter: Training-free CLIP-Adapter." ECCV, 2022.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05156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51560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106424"/>
            <a:ext cx="64008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DANN/GRL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11247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Ganin &amp; Lempitsky. "Unsupervised DA by Backpropagation." JMLR, 2016.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1673352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673352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728216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77840" y="17465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Gretton et al. "A Kernel Two-Sample Test." JMLR, 2012.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295144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295144"/>
            <a:ext cx="54864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350008"/>
            <a:ext cx="640080" cy="201168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7784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"A Simple Framework for Contrastive Learning." ICML, 2020.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2916936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916936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971800"/>
            <a:ext cx="64008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77840" y="29900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et al. "Model-Agnostic Meta-Learning." ICML, 2017.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3538728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53872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593592"/>
            <a:ext cx="64008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IDS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77840" y="36118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 + Online Incremental Learning for IDS.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416052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160520"/>
            <a:ext cx="54864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215384"/>
            <a:ext cx="640080" cy="20116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Eval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77840" y="42336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Few-Shot IDS Protocols.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9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F-DIDS-MFL+：从 Foundation 表征到域自适应增强的递进式改进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表征注入 · PEFT/LoRA 在线适配 · Cache 融合相似度 · GRL+MMD 域自适应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TPAMI 2025  |  欢迎提问与讨论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F-DIDS-MFL+ 最终改进版架构</dc:title>
  <dc:subject>PptxGenJS Presentation</dc:subject>
  <dc:creator>F-DIDS-MFL 研究组</dc:creator>
  <cp:lastModifiedBy>F-DIDS-MFL 研究组</cp:lastModifiedBy>
  <cp:revision>1</cp:revision>
  <dcterms:created xsi:type="dcterms:W3CDTF">2026-05-30T07:34:30Z</dcterms:created>
  <dcterms:modified xsi:type="dcterms:W3CDTF">2026-05-30T07:34:30Z</dcterms:modified>
</cp:coreProperties>
</file>