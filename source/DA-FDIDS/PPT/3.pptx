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In-Domain</c:v>
                  </c:pt>
                  <c:pt idx="1">
                    <c:v>Cross-Domain</c:v>
                  </c:pt>
                  <c:pt idx="2">
                    <c:v>Drift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</c:v>
                </c:pt>
                <c:pt idx="1">
                  <c:v>132</c:v>
                </c:pt>
                <c:pt idx="2">
                  <c:v>165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800" b="0" i="0" u="none" strike="noStrike">
                <a:solidFill>
                  <a:srgbClr val="1E2761"/>
                </a:solidFill>
                <a:latin typeface="Calibri"/>
              </a:rPr>
              <a:t>In-Domain F1 消融结果 (10 meta epochs)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In-Domain Mean F1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B0</c:v>
                  </c:pt>
                  <c:pt idx="1">
                    <c:v>B1</c:v>
                  </c:pt>
                  <c:pt idx="2">
                    <c:v>B2</c:v>
                  </c:pt>
                  <c:pt idx="3">
                    <c:v>B3</c:v>
                  </c:pt>
                  <c:pt idx="4">
                    <c:v>B4</c:v>
                  </c:pt>
                  <c:pt idx="5">
                    <c:v>B5</c:v>
                  </c:pt>
                  <c:pt idx="6">
                    <c:v>B6</c:v>
                  </c:pt>
                  <c:pt idx="7">
                    <c:v>B7</c:v>
                  </c:pt>
                  <c:pt idx="8">
                    <c:v>B8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0.185</c:v>
                </c:pt>
                <c:pt idx="1">
                  <c:v>0.188</c:v>
                </c:pt>
                <c:pt idx="2">
                  <c:v>0.177</c:v>
                </c:pt>
                <c:pt idx="3">
                  <c:v>0.371</c:v>
                </c:pt>
                <c:pt idx="4">
                  <c:v>0.391</c:v>
                </c:pt>
                <c:pt idx="5">
                  <c:v>0.371</c:v>
                </c:pt>
                <c:pt idx="6">
                  <c:v>0.359</c:v>
                </c:pt>
                <c:pt idx="7">
                  <c:v>0.423</c:v>
                </c:pt>
                <c:pt idx="8">
                  <c:v>0.423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DA-FDIDS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实验分组计划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数据集 · 3 实验协议 · 9 消融变体 · 462 次实验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Encoder · PEFT/LoRA · Cache 融合 · GRL+MMD 域自适应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实验总览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总实验次数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346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实验分组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6751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协议模式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93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基准数据集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097280"/>
                <a:gridCol w="9144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领域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事件数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特征维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跨域组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CIC-ToN-IoT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网络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 组 (76d)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CIC-BoT-IoT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僵尸网络 IoT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 组 (76d)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DNN-EdgeIIoT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边缘计算 IoT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(仅有 in-domain+drift)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NF-UNSW-NB15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大学网络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组 (38d)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NF-CSE-IDS2018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企业网络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组 (38d)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02336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005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协议模式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同数据集训练+测试，验证各组件在已知分布上的基线表现。5 数据集 × 33 = 165 次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跨数据集泛化测试，评估 DA 有效性。4 方向对 × 33 = 132 次 (同维配对: CIC 76d, NF 38d)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时间切分模拟概念漂移，检验 Cache 抗漂移能力。5 数据集 × 33 = 165 次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消融变体 B0 - B8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68096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Foundation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Cache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MMD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Stable-LoRA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RBF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MHA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  DIDS-MFL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 +Foundation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 +LoRA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  F-DIDS-MFL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  +GRL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B5  +MMD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B6  +Stable-LoRA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B7  RBF+MHA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B8  Full DA-FDIDS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4622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每组 (dataset × mode) = 33 runs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B0-B2: 固定 α=0.7 (1 run each)   |   B3-B8: α ∈ {0.0, 0.3, 0.5, 0.7, 1.0} (5 runs each)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46817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 runs/group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实验分组明细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972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 次实验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验证各组件在已知分布上的效果，建立基线性能参考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CIC-ToN-IoT (76d, 246K)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CIC-BoT-IoT (76d, 673K)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DNN-EdgeIIoT (40d, 127K)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NF-UNSW-NB15 (38d, 149K)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NF-CSE-IDS2018 (38d, 972K)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计算: 5 × 33 = 165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54864" cy="3657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 次实验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测试跨数据集泛化能力，评估 GRL+MMD 域自适应有效性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方向对 (同维配对)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CIC-ToN → CIC-BoT (76d→76d)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CIC-BoT → CIC-ToN (76d→76d)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NF-UNSW → NF-CSE (38d→38d)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NF-CSE → NF-UNSW (38d→38d)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排除 (40d 无同维伴侣)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计算: 4 × 33 = 132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97280"/>
            <a:ext cx="54864" cy="3657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 次实验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时间切分评估概念漂移鲁棒性，检验 Cache+RBF 抗漂移能力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 (时间切半)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CIC-ToN-IoT (时间切半)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CIC-BoT-IoT (时间切半)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DNN-EdgeIIoT (时间切半)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NF-UNSW-NB15 (时间切半)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NF-CSE-IDS2018 (时间切半)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计算: 5 × 33 = 165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20040" y="4160520"/>
          <a:ext cx="850392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参数扫描策略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融合公式</a:t>
            </a:r>
            <a:endParaRPr lang="en-US" sz="1200" dirty="0"/>
          </a:p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S_final = α · S_MFL  +  (1−α) · S_cache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α=0: 纯 Cache 检索 (training-free)    |    α=1: 纯 MFL 相似度学习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0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扫描范围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37160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个数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 setting 实验数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B0, B1, 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 (固定)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B3, B4, B5, B6, B7, B8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0.0, 0.3, 0.5, 0.7, 1.0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760720" y="2468880"/>
            <a:ext cx="29260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468880"/>
            <a:ext cx="54864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先验结论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2880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B3 F-DIDS-MFL: best α = 0.0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B7 RBF+MHA:   best α = 0.0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B8 Full DA:   best α = 0.0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1A2E"/>
                </a:solidFill>
              </a:rPr>
              <a:t>α=1.0 (纯 MFL) 显著最差</a:t>
            </a:r>
            <a:endParaRPr lang="en-US" sz="10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→ Cache 检索对性能贡献关键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480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B0-B2 不涉及 Cache → 单 alpha。B3-B8 涉及 Cache 融合 → 全量 5-alpha 扫描确保最优融合权重。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执行计划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9728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groups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DNN-EdgeIIoT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CIC-ToN-IoT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NF-UNSW-NB15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Cross: CIC-ToN → CIC-BoT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DNN-EdgeIIoT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9202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747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54864" cy="2743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371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groups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CIC-BoT-IoT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Cross: CIC-BoT → CIC-ToN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Cross: NF-UNSW → NF-CSE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CIC-ToN-IoT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NF-UNSW-NB15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474720"/>
            <a:ext cx="192024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34747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097280"/>
            <a:ext cx="54864" cy="2743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1371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groups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NF-CSE-IDS2018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Cross: NF-CSE → NF-UNSW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CIC-BoT-IoT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NF-CSE-IDS2018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474720"/>
            <a:ext cx="192024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34747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6324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94360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57200" y="40690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0690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09651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执行参数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meta_epochs=10, pretrain_epochs=0, episodes=3, way=5, k_shot=5, q_query=15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路 GPU 并行 (H20 141GB), 每 run ~5-10 min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预计总耗时: ~2.2 小时 (3 batches × ~45 min)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评估指标与输出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9728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" cy="1920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检测指标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 — 主要检测指标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— 聚类质量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— 类别分解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54864" cy="1920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损失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Loss — 域对抗损失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Loss — 分布对齐损失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Stable-LoRA Loss — 稳定性约束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97280"/>
            <a:ext cx="54864" cy="1920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效率指标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 — 检索质量 (RQ3)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Latency — 上线延迟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 — LoRA 参数量 (RQ2)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输出文件结构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840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单次运行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logs/exp_{group}/..._{timestamp}.json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 run 的完整指标 (F1, NMI, DA losses, NDCG 等)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汇总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logs/exp_{group}/results.json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该实验组所有 run 的汇总数组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汇总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logs/exp_{group}/results.csv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可打开的分析表格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预期结果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005840"/>
            <a:ext cx="54864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14630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(RBF+MHA) 最优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F1=0.423, Best CIC-ToN=0.659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 (Full DA) 紧随其后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F1=0.423, 跨域 Best=0.623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增益显著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B3→B8: +14.0% (in-domain)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α=0.0 全局最优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Cache 检索 &gt;&gt; 纯 MFL 学习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379476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3794760"/>
            <a:ext cx="54864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预期趋势: </a:t>
            </a:r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B0 &lt; B1 &lt; B2 &lt; B3 &lt; B6 &lt; B5 ≈ B4 &lt; B7 ≈ B8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→ LoRA → Cache → RBF+MHA → Full DA 递进式提升。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组件 (GRL, MMD, Stable-LoRA) 对跨域和漂移场景贡献更大，in-domain 增益温和。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 次实验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5 数据集 × 3 协议 × 9 消融变体 × alpha 扫描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个批次 · 5 路 GPU 并行 · ~2.2 小时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run 约 5-10 min (meta_epochs=10), H20 GPU 141GB 内存充足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速度优化已应用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Delta2 向量化 + GPU SVD + Encoder 缓存 → 1.7× 加速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输出格式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逐 run + results.json/csv 汇总 → 可分析、可绘图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DA-FDIDS Experiment Grouping Plan</dc:title>
  <dc:subject>PptxGenJS Presentation</dc:subject>
  <dc:creator>DA-FDIDS Experiment Team</dc:creator>
  <cp:lastModifiedBy>DA-FDIDS Experiment Team</cp:lastModifiedBy>
  <cp:revision>1</cp:revision>
  <dcterms:created xsi:type="dcterms:W3CDTF">2026-06-02T01:36:14Z</dcterms:created>
  <dcterms:modified xsi:type="dcterms:W3CDTF">2026-06-02T01:36:14Z</dcterms:modified>
</cp:coreProperties>
</file>