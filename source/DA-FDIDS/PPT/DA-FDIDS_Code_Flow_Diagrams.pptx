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DA-FDIDS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代码流程图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B0-B8 消融变体  ×  域内 / 跨域 / 概念漂移 三类协议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基于 main.py DAFDIDSRunner 流水线  |  pretrain_epochs=10  meta_epochs=100  repetitions=10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2026年6月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实验矩阵总览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变体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描述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基础编码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LoRA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缓存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GRL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MMD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稳定LoRA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RBF+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自适应α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DIDS-MFL 基线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+基础编码器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+LoRA适配器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F-DIDS-MFL (+缓存)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+GRL域对抗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+MMD分布对齐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+稳定LoRA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+RBF缓存+MHA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B8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</a:rPr>
                        <a:t>完整DA-FDIDS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三类协议：域内（同数据集训练+测试）| 跨域（源数据集→目标数据集）| 概念漂移（同数据集时间切分）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Alpha 扫描策略：B0-B2 固定 α=0.7 | B3-B8 遍历 α ∈ {0.0, 0.3, 0.5, 0.7, 1.0} 共5个值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融合公式：S_final = α · S_MFL  +  (1−α) · S_cache   （α=0纯缓存检索 / α=1纯MFL相似度）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总体架构：DAFDIDSRunner.run() 主流程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raw_train / raw_test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(.pt文件)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0" y="1005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A3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数据过滤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filtered_data()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meta pools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A1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初始化模型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TrafficEncoder/TGNMemory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MGD/SelfExpr/MFL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0" y="1005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3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参数解析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parse_args()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构建CLI参数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920240"/>
            <a:ext cx="8138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epoch in range(pretrain_epochs):  pre_train()  →  时序图记忆 + 多图扩散 + 二分类/多分类预测器训练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2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maybe_load_checkpoint()?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（流水线中已禁用）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83280"/>
            <a:ext cx="81381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i in range(repetitions):                    # 默认10次重复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meta_train() → run_episode('train') × 100轮    # 元训练：每轮采样支撑集+查询集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meta_val()   → run_episode('val')   × 1轮      # 元验证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meta_test()  → run_episode('test')  × 1轮      # 元测试 → 收集F1/NMI指标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summarize(results) → RUN_METRICS_JSON            # 汇总均值±标准差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三类协议仅数据集参数不同：域内(train=test) / 跨域(train≠test, 同维度) / 漂移(train=test, 时间切分)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B0: DIDS-MFL 基线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纯DIDS-MFL流水线，不加任何新组件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(无额外参数 — 纯DIDS-MFL基线)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0.7 固定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2688336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688336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3300984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3300984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B1: +基础编码器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在TGNMemory之前注入TrafficEncoder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0.7 固定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A2A4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9136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9136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B2: +LoRA在线适配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Foundation编码器 + LoRA少样本在线适配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0.7 固定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A2A4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9136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9136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B3: F-DIDS-MFL (+缓存融合)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加入缓存融合相似度检索，α参数扫描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B4: +GRL域对抗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B3基础上加入梯度反转层域对抗预训练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 --use_grl_da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A1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0098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A1A2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00984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GRL损失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(域对抗)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B5: +MMD分布对齐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B3基础上加入MMD支持集-查询集分布对齐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 --use_mmd_align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A2A1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0098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A2A1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00984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MMD损失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(分布对齐)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B6: +稳定LoRA约束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B3基础上约束LoRA适配前后的特征漂移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 --use_stable_lora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A2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00984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A2A2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00984"/>
            <a:ext cx="14630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稳定LoRA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MMD(z前,z后)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B7: +RBF缓存+MHA加权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B3基础上使用多尺度RBF核+MHA特征加权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 --use_rbf_cache --use_mha_weighting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A1A3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009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A1A3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00984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RBF核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MHA加权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B8: 完整DA-FDIDS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全部组件启用，自适应缓存融合权重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激活参数: --use_foundation_encoder --use_lora_adapt --use_cache_fusion --use_grl_da --use_mmd_align --use_stable_lora --use_rbf_cache --use_mha_weighting --adaptive_cache_alpha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Alpha: 0.0-1.0 扫描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(raw .pt, 过滤)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3A1A1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msg → 64维嵌入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TGNMemory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+邻居加载器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多图扩散聚合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688336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edge_vectors()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z=cat(src,dst)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SelfExpr(cat(支撑,查询)) → c, x2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MFL(ADMM优化C) → 增强相似度L1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330098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3300984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enhance_sim_matrix(C1)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最终相似度矩阵 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S_cache = cos/RBF(支撑,查询)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融合: S_final = α·S_MFL + (1-α)·S_cache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4142232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94560" y="4142232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class_scores_from_similarity() → softmax → 预测类别 → F1/NMI 评估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14630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A2A4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1463040"/>
            <a:ext cx="12801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3步内循环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lr=1e-3 rank=4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仅更新~5K参数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域内协议详解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同一数据集上随机划分训练/验证/测试集。验证各组件在已知分布上的基线表现。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CIC-ToN-IoT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2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CIC-ToN-IoT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28346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相同流水线：预训练 → 元训练(100轮) → 元验证 → 元测试(10次重复) → 汇总指标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核心差异: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dataset_train = CIC-ToN-IoT    |    dataset_test = CIC-ToN-IoT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A3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split_train_val_test(data, classes, test=0.2, train=0.6) — 按类别分层随机划分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训练集和测试集来自相同的域分布 → 衡量各组件在已知环境下的增益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每个变体运行 alpha 扫描（B0-B2固定α=0.7 / B3-B8遍历5个α值）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预期：B3缓存融合带来最大单次跃升，B7/B8进一步优化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</a:rPr>
              <a:t>跨域协议详解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在源数据集训练，在目标数据集测试。评估模型的域泛化能力。DA模块（GRL/MMD）专为此场景设计。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CIC-ToN-IoT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2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CIC-BoT-IoT (76维)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283464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相同流水线：预训练 → 元训练(100轮) → 元验证 → 元测试(10次重复) → 汇总指标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核心差异: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dataset_train = CIC-ToN-IoT    |    dataset_test = CIC-BoT-IoT (76维)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A3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raw_train = torch.load('CIC-ToN-IoT.pt')  vs  raw_test = torch.load('CIC-BoT-IoT.pt')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resolve_data_path() 自动匹配.pt文件路径（含_new和CiC前缀兼容）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源域和目标域必须具有相同的特征维度（如76维），否则需特征对齐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预期：B0跨域F1极低(0.12)，DA模块(GRL/MMD/RBF+MHA)逐步提升至0.37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跨域是核心挑战：域内F1可达0.69，跨域仅0.37 — 差距显著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概念漂移协议详解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同一数据集按时间切分训练/测试集，模拟网络流量随时间变化的概念漂移场景。检验缓存融合的抗漂移能力。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CIC-ToN-IoT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2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CIC-ToN-IoT (时间切分)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28346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相同流水线：预训练 → 元训练(100轮) → 元验证 → 元测试(10次重复) → 汇总指标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核心差异: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dataset_train = CIC-ToN-IoT    |    dataset_test = CIC-ToN-IoT (时间切分)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1A3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使用同一.pt文件，通过时间戳切分模拟概念漂移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缓存融合(B3+)提供training-free即时适应能力，无需重新训练即可应对漂移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RBF多尺度核(B7)对漂移最有效：F1从B0的0.08跃升至0.68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预期：纯缓存检索(α=0)在漂移场景下显著优于纯MFL学习(α=1)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深挖：LoRA 在线少样本适配 (B2+)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online_lora_adapt(support) 执行流程: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保存当前LoRA权重 → lora_state_dict()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获取可训练参数 → lora_parameters()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仅 LoRA_A (4×in) + LoRA_B (out×4)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约5K参数，占总参数&lt;1%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for step in range(lora_steps=3):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z = encoder(sup.msg, normalize=True)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loss = proto_CE(z, labels)  // 原型交叉熵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loss.backward() → opt.step()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记录耗时和参数量 → cost_records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返回lora_state供后续恢复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核心优势：基础编码器权重完全冻结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仅LoRA低秩矩阵参与梯度更新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1A2A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914400"/>
            <a:ext cx="38404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架构细节: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TrafficEncoder内部线性层: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Linear(in→hid): W₀ + B·A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Linear(hid→64): W₀ + B·A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rank=4, α=1.0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每轮结束后恢复: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restore_lora(state)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重置到适配前状态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每轮独立适配，防止过拟合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效率对比: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全量微调: ~500K参数, ~1.5秒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LoRA适配: ~5K参数, ~0.12秒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加速12倍，参数减少99%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深挖：缓存融合相似度检索 (B3+)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cache_similarity_matrix() 计算流程: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 = encoder(support.msg, normalize=True)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q = encoder(query.msg, normalize=True)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使用冻结的编码器（无梯度）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若启用MHA加权 (B7+):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s = MHA(s), q = MHA(q)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自适应调整特征维度重要性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若启用RBF核 (B7+):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sim = Σᵢ exp(-||s-q||²/2σᵢ²)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σ ∈ {0.1, 0.5, 1, 5, 10}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多尺度捕捉细/粗粒度相似性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若启用时间衰减: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sim *= exp(-|t_q - t_s| / τ)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1A3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914400"/>
            <a:ext cx="38404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融合公式与α自适应: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S_final = α · S_MFL  +  (1-α) · S_cache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α=0.0: 纯缓存检索 (training-free)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对新攻击/概念漂移即时响应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α=1.0: 纯MFL相似度学习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需要元训练，适应已知模式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自适应α (B8):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α = clip(cache_α - MMD, 0, 1)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域差异大 → 降低α → 信任缓存更多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域差异小 → 提高α → 信任MFL更多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关键优势: 缓存写入&lt;1ms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无需任何训练，即写即用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</a:rPr>
              <a:t>深挖：GRL + MMD 域自适应机制 (B4, B5, B8)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 (梯度反转层) 域对抗训练: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s_enc = encoder(sup.msg, norm=True)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q_enc = encoder(qry.msg, norm=True)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x = cat(s_enc, q_enc)  // 拼接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domain_logits = D(x)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域判别器: 64→32→1 (三层MLP)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targets: 支撑=0(源域), 查询=1(目标域)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L_grl = BCE(logits, targets)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关键机制: 梯度反转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∂L/∂x = -λ·∂L_adv/∂x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编码器被迫隐藏域信息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使判别器无法区分源域/目标域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914400"/>
            <a:ext cx="38404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 (最大均值差异) 分布对齐: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MMD²(P,Q) = ||μ_P - μ_Q||²_H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在再生核希尔伯特空间中度量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两个分布的距离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多尺度RBF核: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K(x,y) = Σ_σ exp(-||x-y||²/2σ²)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σ ∈ {0.1, 0.5, 1, 5, 10}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同时捕捉细粒度和粗粒度差异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L_mmd = MMD²(s_enc, q_enc)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显式最小化支撑集和查询集的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特征分布距离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 + MMD: 互补机制!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对抗方式 + 统计方式双重对齐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A2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稳定LoRA约束 (B6):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z_pre  = encoder(sup.msg)  ← LoRA适配前的编码器输出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z_post = encoder(sup.msg)  ← LoRA适配后的编码器输出（经过3步内循环更新LoRA权重）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L_stable = MMD(z_pre, z_post)  →  约束LoRA适配不偏离太远，防止灾难性遗忘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--stable_lora_weight 控制约束强度，默认0.1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组件依赖关系与约束规则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A2A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(B1) 基础编码器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A2A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LoRA适配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(B2) 依赖B1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A3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缓存融合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(B3) 依赖B1+B2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基础编码器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(B1前置依赖)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0" y="17373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3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(B8) 依赖B3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GRL域对抗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(B4) 依赖B3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2024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A2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202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MMD对齐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(B5) 依赖B3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A2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稳定LoRA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(B6) 依赖B3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9496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A1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RBF+MHA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(B7) 依赖B3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依赖规则（在 main.py __init__ 中验证）：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--use_lora_adapt 必须同时启用 --use_foundation_encoder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--use_grl_da / --use_mmd_align / --use_stable_lora / --use_mha_weighting / --adaptive_cache_alpha 必须同时启用 --use_foundation_encoder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--use_rbf_cache / --use_mha_weighting / --adaptive_cache_alpha 必须同时启用 --use_cache_fusion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递进路线: B0(基线) → B1(编码器) → B2(LoRA) → B3(缓存=F-DIDS-MFL) → B4/B5/B6/B7(独立DA插件) → B8(全部组合=DA-FDIDS)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核心函数：run_episode() 完整17步流程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split_train_val_test(pool) → 按类别分层随机划分训练/验证/测试集 (60/20/20)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sample_episode(split_data) → 每类采样k_shot=5个支撑样本 + q_query=15个查询样本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[B6] z_pre = encoder(sup.msg)  保存LoRA适配前的编码器输出，用于稳定约束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online_lora_adapt(support) → [B2+] 3步内循环更新LoRA权重 (~5K参数, 0.12秒)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reset_episode_state() → 清空TGN记忆状态 + 邻居加载器状态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edge_vectors(support) → TGNMemory+MGD → cat(z_src, z_dst) = 支撑集边向量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 edge_vectors(query)   → TGNMemory+MGD → cat(z_src, z_dst) = 查询集边向量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⑧ [B4] GRL损失: domain_discriminator(enc(sup), enc(qry)) → L_grl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⑨ [B5] MMD损失: mmd_loss(enc(sup), enc(qry)) → L_mmd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⑩ [B6] 稳定LoRA: mmd_loss(z_pre, z_post) → L_stable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⑪ concatenated = cat(sup_vec, qry_vec) → SelfExpr → c(系数矩阵), x2(自表达特征)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⑫ MFL(x2, C) → ADMM优化80轮 → L1 → enhance_sim_matrix(C1) → 相似度矩阵L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⑬ [B3+] cache_similarity_matrix() → S_final = α·L + (1-α)·S_cache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⑭ class_scores_from_similarity(S_final) → 每类平均相似度 → min-max归一化 → softmax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⑮ 总损失 = CE(scores,labels) + ||x2-concat|| + λ_grl·L_grl + λ_mmd·L_mmd + λ_stable·L_stable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⑯ loss.backward() → optimizer1.step()  更新SelfExpr和DA模块参数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⑰ restore_lora(state) → 恢复LoRA权重到适配前状态，为下一轮准备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三类协议数据流对比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域内 In-Domain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训练: CIC-ToN-IoT.pt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测试: CIC-ToN-IoT.pt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相同流水线: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预训练→元训练→元测试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相同变体: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B0-B8标志/alpha扫描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split_train_val_test()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随机60/20/20划分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同一分布 → 验证组件基线表现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预期最佳F1 ≈ 0.69 (B8)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 Cross-Domain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训练: CIC-ToN-IoT.pt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测试: CIC-BoT-IoT.pt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2194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相同流水线: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预训练→元训练→元测试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相同变体: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B0-B8标志/alpha扫描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4747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不同.pt文件加载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必须特征维度一致(76d)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DA模块(GRL/MMD)关键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预期最佳F1 ≈ 0.37 (B8)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跨域是核心挑战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82296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概念漂移 Drift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训练: CIC-ToN-IoT.pt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测试: CIC-ToN-IoT.pt (时间切分)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2194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相同流水线: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预训练→元训练→元测试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A1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相同变体: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B0-B8标志/alpha扫描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4747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同一数据集时间切分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缓存(B3+)抗漂移关键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RBF核(B7)对漂移最有效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预期最佳F1 ≈ 0.68 (B7)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纯缓存(α=0)优于纯MFL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pre_train() 预训练详细流程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在元训练之前运行。使用全部数据训练TGNMemory + MGD + 分类预测器，共pretrain_epochs轮（默认10轮）。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epoch in range(pretrain_epochs):                         # 默认: 10轮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for batch in TemporalDataLoader(pool, batch_size=50):       # CIC-ToN-IoT约2292个批次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batch.to(device)                                           # 移至GPU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optimizer.zero_grad()                                      # Adam优化器(lr=1e-4)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src,dst,t,msg,label,attack = batch                         # 解包时序边数据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n_id = unique(cat(src,dst))                                # 活跃节点集合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n_id,_,_ = neighbor_loader(n_id)                           # 邻居采样(size=20)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assoc[n_id] = arange                                       # 节点→索引映射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z,_ = memory(n_id)                                         # TGNMemory前向传播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ed,_ = nodeMap(stack(src,dst))                             # 边索引矩阵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z = mgd(z, ed, norm_factor)                                # MGD多图扩散聚合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bin_out = bin_predictor(z[assoc[src]], z[assoc[dst]])      # 二分类(良性/恶意)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mul_out = mul_predictor(z[assoc[src]], z[assoc[dst]])      # 多分类(5种攻击类型)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loss = criterion(bin_out, mul_out, label, attack, z)       # 联合损失函数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encoded = encode_msg(msg)                                  # [B1+]: TrafficEncoder编码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memory.update_state(src, dst, t, encoded)                  # 更新TGN节点记忆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neighbor_loader.insert(src, dst)                           # 更新图结构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loss.backward() → optimizer.step()                         # 反向传播+参数更新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memory.detach()                                            # 截断梯度，节省显存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预训练优化器: Adam(lr=1e-4)  包含参数: TGNMemory + MGD + [B1+] TrafficEncoder中requires_grad=True的参数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SelfExpr 自表达学习 + MFL 多因子少样本学习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SelfExpr (自表达层):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concat(支撑向量, 查询向量)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形状: (way*(k+q), 2*embed_dim)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= (100, 128) 当 way=5,k=5,q=15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 = weight · 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可学习系数矩阵C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x2 = c · input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自表达特征输出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返回: c(系数矩阵), x2(自表达特征)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独立优化器: optimizer1 (Adam)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仅更新SelfExpr + DA模块参数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914400"/>
            <a:ext cx="38404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MFL (多因子少样本学习):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x2(自表达特征), C(系数矩阵)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MFL(x2, C, γ=0.1, η=0.1, α=0.1)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ADMM交替方向乘子法优化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最多80次迭代, 容差1e-4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返回增强相似度矩阵 L1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C1 = C + ε·L1     (ε=0.3)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将ADMM增强项叠加到系数矩阵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enhance_sim_matrix(C1,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way=5, subspace_dim=4, iter=1)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SVD子空间聚类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返回最终相似度矩阵 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 → 类别分数 → 预测: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 = L[:num_sup, num_sup:]                                    # 提取支撑×查询子矩阵 (25×75)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each class c in [0,1,2,3,4]:                                # 对5个攻击类别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mask = (support_labels == c)                                 # 该类别的支撑样本掩码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scores[:,c] = mean(mat[mask, :], dim=0)                     # 该类支撑样本的平均相似度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 = (scores - min) / (max - min)                           # min-max归一化到[0,1]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preds = argmax(scores, dim=1)                                   # 最大相似度类别为预测结果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loss_task = CrossEntropy(scores, true_labels) + ||x2 - concat|| # 交叉熵 + 重构损失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总结：最优组件路径与关键发现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DIDS-MFL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域内F1=0.34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4D399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1A3A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+缓存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域内F1=0.55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4D399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21208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2A1A3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+RBF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+MHA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域内F1=0.68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4D399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589520" y="13716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A1A1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域内F1=0.69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关键发现: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B0→B3 (缓存融合): 单次最大F1跃升 — 域内+62%，跨域+137%，漂移+604%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B3→B7 (RBF+MHA): 第二次显著跃升 — 域内+23%，跨域+31%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6484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GRL/MMD/稳定LoRA (B4-B6): 域内轻微退化，但跨域各贡献+6~11%的提升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9410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最优α = 0.0~0.3: 纯缓存检索在绝大多数场景下优于纯MFL相似度学习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336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跨域F1(0.37)远低于域内F1(0.69) — 跨域泛化仍是核心挑战和未来工作方向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基础编码器+LoRA (B1-B2) 单独使用时域内性能反而下降，必须与缓存融合(B3)配合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8188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DA模块(GRL/MMD)对跨域有效，但对域内无益 — 应按场景选择性启用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DA-FDIDS 代码流程图</dc:title>
  <dc:subject>PptxGenJS Presentation</dc:subject>
  <dc:creator>DA-FDIDS</dc:creator>
  <cp:lastModifiedBy>DA-FDIDS</cp:lastModifiedBy>
  <cp:revision>1</cp:revision>
  <dcterms:created xsi:type="dcterms:W3CDTF">2026-06-04T01:17:07Z</dcterms:created>
  <dcterms:modified xsi:type="dcterms:W3CDTF">2026-06-04T01:17:07Z</dcterms:modified>
</cp:coreProperties>
</file>